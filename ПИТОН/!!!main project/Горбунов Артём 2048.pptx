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3" r:id="rId3"/>
    <p:sldId id="262" r:id="rId4"/>
    <p:sldId id="261" r:id="rId5"/>
    <p:sldId id="260" r:id="rId6"/>
    <p:sldId id="270" r:id="rId7"/>
    <p:sldId id="259" r:id="rId8"/>
    <p:sldId id="258" r:id="rId9"/>
    <p:sldId id="268" r:id="rId10"/>
    <p:sldId id="264" r:id="rId11"/>
    <p:sldId id="267" r:id="rId12"/>
    <p:sldId id="266" r:id="rId13"/>
    <p:sldId id="265" r:id="rId14"/>
    <p:sldId id="269" r:id="rId15"/>
    <p:sldId id="271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BA9A"/>
    <a:srgbClr val="FFF48F"/>
    <a:srgbClr val="FFE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5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278FE5-FE74-E916-0429-0B28006453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E3ED1E9-57F3-EAB7-BBA0-DB3FE042F3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55F2FBF-5EB3-55C9-8DE0-9363BB9A5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0C246-17B4-4064-BEC8-DCB9C33CC15E}" type="datetimeFigureOut">
              <a:rPr lang="ru-RU" smtClean="0"/>
              <a:t>04.06.2025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852F12F-793F-230D-B294-7DE7B3E12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D74BF2-AC0F-C729-1E76-21D8FC038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CF758-0E2C-48DF-AA52-890A653D3D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3876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25E2B3-151B-6FF9-5770-E8D87F152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29C8FC-BF30-B7D3-E69A-E35EE75C46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20F9535-9375-D46C-F016-E44302FA1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0C246-17B4-4064-BEC8-DCB9C33CC15E}" type="datetimeFigureOut">
              <a:rPr lang="ru-RU" smtClean="0"/>
              <a:t>04.06.2025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354B94B-BDAB-4A13-A7F6-ED520F7A7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52FD08A-2FD9-110B-8056-66643ED65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CF758-0E2C-48DF-AA52-890A653D3D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4343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868434-A0B1-3D72-283D-E68F8089E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1B73806-0123-67FA-4904-D61F2AA5B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7BFD33F-562A-8D76-B851-5EDFB279B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0C246-17B4-4064-BEC8-DCB9C33CC15E}" type="datetimeFigureOut">
              <a:rPr lang="ru-RU" smtClean="0"/>
              <a:t>04.06.2025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2576735-01E1-2857-9807-35E9C405D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8ECCF4A-C895-5D25-EE78-E40B8179A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CF758-0E2C-48DF-AA52-890A653D3D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9207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37BC33-81D5-E096-AC14-5E919C9D5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BB4840-3894-5A3C-8B3E-98E7B7E521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771071A-3586-2B0D-18F4-8F49B2EAA9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F6DFEF1-CADD-B0BA-E871-E375C94B0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0C246-17B4-4064-BEC8-DCB9C33CC15E}" type="datetimeFigureOut">
              <a:rPr lang="ru-RU" smtClean="0"/>
              <a:t>04.06.2025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22ADD1D-7AA2-8635-5927-B7620EB96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9E524FC-FE12-DF70-6EED-8E06E2C87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CF758-0E2C-48DF-AA52-890A653D3D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5586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7A664F-E4FE-E598-9320-A222A29BA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D255927-311C-8A4F-35DE-C9E144E8A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20A6B2D-5575-2610-6DEE-08F90DF6CA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71C9FE9-E777-ECED-4E44-53C8EC4AE8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F1447FB-7E8D-18AD-FE01-DFD81C7F91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2DEFDD9-D450-7F88-09F3-C255DB46F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0C246-17B4-4064-BEC8-DCB9C33CC15E}" type="datetimeFigureOut">
              <a:rPr lang="ru-RU" smtClean="0"/>
              <a:t>04.06.2025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893AA17-14B5-94BD-3F15-3B90AF8ED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2AF8858-59C3-9575-64C5-14D1AD26D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CF758-0E2C-48DF-AA52-890A653D3D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1506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CD58B6-3F3B-2125-3F35-6CA6ED315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78862D0-45B1-E5CA-5DA9-FCA21A6C4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0C246-17B4-4064-BEC8-DCB9C33CC15E}" type="datetimeFigureOut">
              <a:rPr lang="ru-RU" smtClean="0"/>
              <a:t>04.06.2025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162139B-C26D-D37C-907C-E21B037F2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9F6ED8E-D547-6E30-D1BC-ABAC21C73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CF758-0E2C-48DF-AA52-890A653D3D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814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6CF33B3-C087-8B4F-586A-7CA25AFBE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0C246-17B4-4064-BEC8-DCB9C33CC15E}" type="datetimeFigureOut">
              <a:rPr lang="ru-RU" smtClean="0"/>
              <a:t>04.06.2025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09DB1A3-F923-AD98-C286-41FD34C94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33831FF-ED1C-40F7-2CF9-443F7FB4D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CF758-0E2C-48DF-AA52-890A653D3D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2526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AE0FD2-BAB8-B6DF-1D1F-839635B3E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20FFA2-280A-7F0D-7668-7A8DF1B11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D330834-19A6-1064-F210-452C36E437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878042C-2D31-5562-60F2-A38D31D18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0C246-17B4-4064-BEC8-DCB9C33CC15E}" type="datetimeFigureOut">
              <a:rPr lang="ru-RU" smtClean="0"/>
              <a:t>04.06.2025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08BA97C-DA1A-FA09-A154-F580841B8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8CA994E-4010-DCAD-B7A0-188BFB430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CF758-0E2C-48DF-AA52-890A653D3D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7449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DA4E3F-E3FC-ED0F-EDD7-A4C2673B4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9BC4ED4-9555-1D14-8062-380A7A3F54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D36CD0D-885A-C535-AE06-16DA3AA682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74602AC-5B3A-0F1C-91ED-C49C8965D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0C246-17B4-4064-BEC8-DCB9C33CC15E}" type="datetimeFigureOut">
              <a:rPr lang="ru-RU" smtClean="0"/>
              <a:t>04.06.2025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D270471-D7EA-6DB4-A7BF-1B1DA5B90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C6A0ED8-B437-BE07-432C-CF692E846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CF758-0E2C-48DF-AA52-890A653D3D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3190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316724-15B0-BCDB-59DC-1BBC5E7F9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EA506BD-59AD-64A2-9A64-73D5C6D9FF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30D69DE-594B-E150-56C7-2E0ABAB98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0C246-17B4-4064-BEC8-DCB9C33CC15E}" type="datetimeFigureOut">
              <a:rPr lang="ru-RU" smtClean="0"/>
              <a:t>04.06.2025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0F40A9A-0F1C-05A2-A8AD-0B648822D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2A7828-F7B8-7BE2-5F11-D6C70DBA0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CF758-0E2C-48DF-AA52-890A653D3D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2351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A203FB3-082D-F487-9C2E-1326BB88EA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5F470A7-7763-A4FC-0939-297C515C6D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778D4C-9789-4710-7417-E3B08F9A4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0C246-17B4-4064-BEC8-DCB9C33CC15E}" type="datetimeFigureOut">
              <a:rPr lang="ru-RU" smtClean="0"/>
              <a:t>04.06.2025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E65C84D-37D3-BD58-9583-852ADE9CE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9E73475-E31F-B6D7-0036-65DCB75CD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CF758-0E2C-48DF-AA52-890A653D3D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429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700A20-4754-2B75-1F7F-6E9003EA1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F7D4088-1BFF-CD19-57AF-2CECC1384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1A1D2FB-FB1B-13DB-A884-3B5D17284B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80C246-17B4-4064-BEC8-DCB9C33CC15E}" type="datetimeFigureOut">
              <a:rPr lang="ru-RU" smtClean="0"/>
              <a:t>04.06.2025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89D18C6-227A-0CF4-DEA3-DE85FBA2B5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BB99150-9DD9-B596-D653-53D610BFC7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DCF758-0E2C-48DF-AA52-890A653D3D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129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48F"/>
            </a:gs>
            <a:gs pos="100000">
              <a:srgbClr val="F4BA9A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406625-99ED-79A3-E536-B697B11E7DF2}"/>
              </a:ext>
            </a:extLst>
          </p:cNvPr>
          <p:cNvSpPr txBox="1"/>
          <p:nvPr/>
        </p:nvSpPr>
        <p:spPr>
          <a:xfrm>
            <a:off x="3644046" y="2321004"/>
            <a:ext cx="4903907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800" dirty="0">
                <a:solidFill>
                  <a:schemeClr val="accent2"/>
                </a:solidFill>
                <a:latin typeface="Monocraft" panose="02000503000000000000" pitchFamily="2" charset="-79"/>
                <a:ea typeface="Monocraft" panose="02000503000000000000" pitchFamily="2" charset="-79"/>
                <a:cs typeface="Monocraft" panose="02000503000000000000" pitchFamily="2" charset="-79"/>
              </a:rPr>
              <a:t>2048</a:t>
            </a:r>
            <a:endParaRPr lang="ru-RU" sz="13800" dirty="0">
              <a:solidFill>
                <a:schemeClr val="accent2"/>
              </a:solidFill>
              <a:latin typeface="Monocraft" panose="02000503000000000000" pitchFamily="2" charset="-79"/>
              <a:ea typeface="Monocraft" panose="02000503000000000000" pitchFamily="2" charset="-79"/>
              <a:cs typeface="Monocraft" panose="02000503000000000000" pitchFamily="2" charset="-79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82CBF3-E154-E9A0-7623-9CA5355DDADD}"/>
              </a:ext>
            </a:extLst>
          </p:cNvPr>
          <p:cNvSpPr txBox="1"/>
          <p:nvPr/>
        </p:nvSpPr>
        <p:spPr>
          <a:xfrm>
            <a:off x="3403595" y="2028558"/>
            <a:ext cx="5384807" cy="2431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5200" dirty="0">
                <a:solidFill>
                  <a:schemeClr val="bg1"/>
                </a:solidFill>
                <a:latin typeface="Monocraft" panose="02000503000000000000" pitchFamily="2" charset="-79"/>
                <a:ea typeface="Monocraft" panose="02000503000000000000" pitchFamily="2" charset="-79"/>
                <a:cs typeface="Monocraft" panose="02000503000000000000" pitchFamily="2" charset="-79"/>
              </a:rPr>
              <a:t>2048</a:t>
            </a:r>
            <a:endParaRPr lang="ru-RU" sz="15200" dirty="0">
              <a:solidFill>
                <a:schemeClr val="bg1"/>
              </a:solidFill>
              <a:latin typeface="Monocraft" panose="02000503000000000000" pitchFamily="2" charset="-79"/>
              <a:ea typeface="Monocraft" panose="02000503000000000000" pitchFamily="2" charset="-79"/>
              <a:cs typeface="Monocraft" panose="02000503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162268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текст, снимок экрана, Шрифт, Мультимедийное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1DF20C2-5A21-09D8-458F-E9F2991A52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060" y="4543124"/>
            <a:ext cx="3901578" cy="1363875"/>
          </a:xfrm>
          <a:prstGeom prst="rect">
            <a:avLst/>
          </a:prstGeom>
        </p:spPr>
      </p:pic>
      <p:pic>
        <p:nvPicPr>
          <p:cNvPr id="3" name="Рисунок 2" descr="Изображение выглядит как снимок экрана, программное обеспечение, текст, Мультимедийное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DD2D04F-9EDF-E6CA-30A6-DE4BBE3B69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717" y="655446"/>
            <a:ext cx="8518359" cy="554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502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текст, снимок экрана, Шрифт, лин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123E161-8B69-64F3-4870-160220D2B8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9302" y="4805298"/>
            <a:ext cx="3250135" cy="1152100"/>
          </a:xfrm>
          <a:prstGeom prst="rect">
            <a:avLst/>
          </a:prstGeom>
        </p:spPr>
      </p:pic>
      <p:pic>
        <p:nvPicPr>
          <p:cNvPr id="3" name="Рисунок 2" descr="Изображение выглядит как текст, снимок экрана, дисплей,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A397C0D-9A99-CFF6-2DFE-685B5DE84A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682" y="669595"/>
            <a:ext cx="7362916" cy="5518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639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2B494F9-F70E-AB00-A960-DFD0E69440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5171" y="709204"/>
            <a:ext cx="2263140" cy="633679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, снимок экрана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22B151A0-C238-2C81-7E4E-0D1EE454AB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129" y="1645004"/>
            <a:ext cx="5343224" cy="2722339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снимок экрана, документ, числ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F7DB31B-7DBA-BAED-A345-996144E809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3649" y="137160"/>
            <a:ext cx="4864963" cy="6583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3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снимок экрана, Прямоугольник, прямоугольный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53BA62F9-731A-F7F1-CEEE-BBF44903A9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529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2934A65-EFEA-A40F-7627-6ABDA179E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903" y="564764"/>
            <a:ext cx="11656194" cy="572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798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программное обеспечение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FBEF4A6-05AB-818B-958D-BB7EFD7CD0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116" y="2853988"/>
            <a:ext cx="5800884" cy="232862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3A1508D-1E42-9CC6-5B68-86D6978A83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4496" y="209101"/>
            <a:ext cx="4880548" cy="578959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5C5D846-C4E4-B39F-E5AC-4F9AA9ADE1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3187" y="1373349"/>
            <a:ext cx="3524742" cy="80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8382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90248AD-973E-4076-750A-5CFF05E73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170" y="816100"/>
            <a:ext cx="5621947" cy="499634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5DD20FE-876A-79E4-2B6D-FF768D114B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066357"/>
            <a:ext cx="5838452" cy="3051251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снимок экрана, Шрифт, лин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7FE0F7F-DA1B-03E5-2F19-1C12CA8F65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632" y="4652679"/>
            <a:ext cx="5329188" cy="999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907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39A7DFC-8A8D-01E5-2FB0-6F3AD87B3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378" y="596545"/>
            <a:ext cx="9819677" cy="5664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95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0F98731-9F62-B27F-9099-F3E573465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640" y="294027"/>
            <a:ext cx="8660015" cy="6269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1969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документ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240DAB2D-C053-7711-35D2-AA4D33790D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4730" y="347232"/>
            <a:ext cx="9602540" cy="616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5570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документ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B28B2D8A-3AB7-6E1E-34E4-A5654A2191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085" y="49949"/>
            <a:ext cx="5264202" cy="3378907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, снимок экрана, документ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3A65F011-D1DB-64A6-92A8-C7E8D69ABA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9418" y="48382"/>
            <a:ext cx="5376497" cy="3378153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снимок экрана, Шрифт, числ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423200D-1251-8D40-4EBE-A24E342500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879" y="3511399"/>
            <a:ext cx="5296614" cy="3229275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снимок экрана, Шрифт, числ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C3DA551-35D4-B4A7-8E7E-E0681425B5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5509" y="3511399"/>
            <a:ext cx="5025860" cy="3196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5414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1EA2E17-B79B-A1F5-2ED4-42E0278CC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5074" y="304364"/>
            <a:ext cx="7001852" cy="624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9190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3EE6F5F-6E88-EAAD-99B4-67FEAF66E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8837" y="504417"/>
            <a:ext cx="7354326" cy="584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1747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48F"/>
            </a:gs>
            <a:gs pos="100000">
              <a:srgbClr val="F4BA9A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406625-99ED-79A3-E536-B697B11E7DF2}"/>
              </a:ext>
            </a:extLst>
          </p:cNvPr>
          <p:cNvSpPr txBox="1"/>
          <p:nvPr/>
        </p:nvSpPr>
        <p:spPr>
          <a:xfrm>
            <a:off x="1563349" y="2982724"/>
            <a:ext cx="9065302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5000" dirty="0">
                <a:solidFill>
                  <a:schemeClr val="accent2"/>
                </a:solidFill>
                <a:latin typeface="Monocraft" panose="02000503000000000000" pitchFamily="2" charset="-79"/>
                <a:ea typeface="Monocraft" panose="02000503000000000000" pitchFamily="2" charset="-79"/>
                <a:cs typeface="Monocraft" panose="02000503000000000000" pitchFamily="2" charset="-79"/>
              </a:rPr>
              <a:t>Спасибо за внимание!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82CBF3-E154-E9A0-7623-9CA5355DDADD}"/>
              </a:ext>
            </a:extLst>
          </p:cNvPr>
          <p:cNvSpPr txBox="1"/>
          <p:nvPr/>
        </p:nvSpPr>
        <p:spPr>
          <a:xfrm>
            <a:off x="1643499" y="2894286"/>
            <a:ext cx="8905002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5100" dirty="0">
                <a:solidFill>
                  <a:schemeClr val="bg1"/>
                </a:solidFill>
                <a:latin typeface="Monocraft" panose="02000503000000000000" pitchFamily="2" charset="-79"/>
                <a:ea typeface="Monocraft" panose="02000503000000000000" pitchFamily="2" charset="-79"/>
                <a:cs typeface="Monocraft" panose="02000503000000000000" pitchFamily="2" charset="-79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83748380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10</Words>
  <Application>Microsoft Office PowerPoint</Application>
  <PresentationFormat>Широкоэкранный</PresentationFormat>
  <Paragraphs>4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Monocraft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mr.groover22808@gmail.com</dc:creator>
  <cp:lastModifiedBy>mr.groover22808@gmail.com</cp:lastModifiedBy>
  <cp:revision>1</cp:revision>
  <dcterms:created xsi:type="dcterms:W3CDTF">2025-06-04T05:47:00Z</dcterms:created>
  <dcterms:modified xsi:type="dcterms:W3CDTF">2025-06-04T06:12:20Z</dcterms:modified>
</cp:coreProperties>
</file>